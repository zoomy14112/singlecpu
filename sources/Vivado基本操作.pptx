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45" r:id="rId2"/>
    <p:sldId id="446" r:id="rId3"/>
    <p:sldId id="447" r:id="rId4"/>
    <p:sldId id="354" r:id="rId5"/>
    <p:sldId id="448" r:id="rId6"/>
    <p:sldId id="356" r:id="rId7"/>
    <p:sldId id="357" r:id="rId8"/>
    <p:sldId id="358" r:id="rId9"/>
    <p:sldId id="359" r:id="rId10"/>
    <p:sldId id="360" r:id="rId11"/>
    <p:sldId id="449" r:id="rId12"/>
    <p:sldId id="362" r:id="rId13"/>
    <p:sldId id="363" r:id="rId14"/>
    <p:sldId id="364" r:id="rId15"/>
    <p:sldId id="366" r:id="rId16"/>
    <p:sldId id="482" r:id="rId17"/>
    <p:sldId id="491" r:id="rId18"/>
    <p:sldId id="367" r:id="rId19"/>
    <p:sldId id="483" r:id="rId20"/>
    <p:sldId id="484" r:id="rId21"/>
    <p:sldId id="485" r:id="rId22"/>
    <p:sldId id="48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AEDDF-CAC9-BFC5-155C-A0C29F4EB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2307B7-3C95-ED2D-C568-EBAD07B22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1A9A7-219F-FC61-FF0E-E87CF70E7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D970-B994-49E5-93AF-E7AC29593C8C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19E61F-28F5-AC1B-B2EE-CF1A5A1E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DF486F-29D4-2EFD-B79F-373FA918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CE3B-61A3-4E93-8FA9-C3905DFF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45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F2E64F-5D37-2178-D6BA-07B3570B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A32B95-2228-16A6-B90B-3615F3D07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766B7C-CA17-3995-E1A5-88A152E68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D970-B994-49E5-93AF-E7AC29593C8C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D254ED-43C2-014E-BB55-06972746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49AD7E-E5CB-F239-BD81-25C85A093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CE3B-61A3-4E93-8FA9-C3905DFF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677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1284E1-3E7B-A6AB-6DA1-D23F173CA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BCE229-9A34-7EF2-52DC-080915ACB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89A46C-CBD3-1D76-D99B-53BD5B468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D970-B994-49E5-93AF-E7AC29593C8C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6EF92D-63D1-9360-5E93-A34750D17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433035-496A-EBBD-AAFE-633F0E56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CE3B-61A3-4E93-8FA9-C3905DFF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906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599B4-EC7D-C3B8-4901-7E276B41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6C915A-670F-5F3A-C5C1-1627381A6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0A0898-3D12-546B-CEF0-6A16BFF92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895262-D97A-F47A-B179-91F2D14C4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D970-B994-49E5-93AF-E7AC29593C8C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4B96C1-A859-9B3A-026D-364E139C1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F4E6FB-4D3C-9716-8219-3621AD1D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CE3B-61A3-4E93-8FA9-C3905DFF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025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7F480-CEBB-11DC-A99F-926EB01D7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8CBA78-8859-EF3C-6C2E-8FB503E20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9CBB86-4488-833C-E9AB-FE76F8691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30FB83-8C82-5694-E23D-3F7ECE855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FF9035-C7AB-5833-1128-BF0BC6C71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0CDF37-07B3-4648-AEC5-D0F83615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D970-B994-49E5-93AF-E7AC29593C8C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95B8D4-9254-EC7A-C0A0-285174AA3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50E3FE-DF10-D8CF-4889-12729F5B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CE3B-61A3-4E93-8FA9-C3905DFF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074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B6CF58-9B0A-62CB-E8E6-506A135F3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1E9CBFE-F1B9-B15D-DC66-2E2C78E9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D970-B994-49E5-93AF-E7AC29593C8C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A71FFE-D4EF-A32E-21B1-8E2C65AF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D7AB03-6539-B567-3253-8B47510C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CE3B-61A3-4E93-8FA9-C3905DFF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072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5C50FD-A1CE-016D-CD9A-3EF2671D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D970-B994-49E5-93AF-E7AC29593C8C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175E94-A86A-9C26-FE2F-50431340D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5543F0-96AF-3E72-7ECA-3EAD5BDBD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CE3B-61A3-4E93-8FA9-C3905DFF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6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48DF3-5DF3-A988-6956-49BE0F4B9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32CC8-6DE0-FEFE-9641-740C900B6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EC4F95-B933-DFC3-88E8-BFB248804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40A2FD-75C1-0862-97ED-934AC706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D970-B994-49E5-93AF-E7AC29593C8C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61DC48-13E5-5A6E-AE76-68C2DC637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855277-9F91-D119-790F-D0941FAD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CE3B-61A3-4E93-8FA9-C3905DFF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97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084D5-5DCC-ABD7-6FB3-4DE2E5335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5B3D6CC-A09D-B61F-77C8-47114BD7D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B0739E-79EB-8945-EDF5-62877FCDB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40B70E-3A7B-49E6-EB52-156A88CD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D970-B994-49E5-93AF-E7AC29593C8C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9AD5D5-A353-8E8C-9851-A291CEB6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80F8F-C072-B2E4-D032-F5B7FB6F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CE3B-61A3-4E93-8FA9-C3905DFF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319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C5CCB4-406E-BBB1-5843-2E1CB7729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06DD43-1D8A-BD6B-BC8B-2C1F4D440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4BD694-6C2E-4B1E-D4DD-B971F0DD5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D970-B994-49E5-93AF-E7AC29593C8C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0D79D7-9AD3-8E47-5EB4-71BEB2326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CA842D-791B-FCE7-4E9F-3EE7C6C5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CE3B-61A3-4E93-8FA9-C3905DFF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096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E9E3A0-FF55-2FCD-47D2-1D89B2EE8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99A3F8-91A6-8AF2-401B-436AB9BAD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3526E3-055E-EF14-60B0-3EFCF606C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D970-B994-49E5-93AF-E7AC29593C8C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C7BAE6-5726-99BE-2F31-1E6CAE2A4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28F040-0B2A-B75D-E8CA-447BCF00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CE3B-61A3-4E93-8FA9-C3905DFF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52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2EE9FA-6AAB-956D-E1C0-FE8755100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81DADF-3E91-CF1E-8EAE-9B43D55C2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69BDB2-A541-8D52-A221-D5546EE70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6D970-B994-49E5-93AF-E7AC29593C8C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BB727E-9AE8-DCB9-87DF-D9EF992E3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12F03C-4721-F569-D6F0-C6584B316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3CE3B-61A3-4E93-8FA9-C3905DFF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12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</a:t>
            </a:r>
            <a:r>
              <a:rPr lang="en-US" altLang="zh-CN" dirty="0" err="1"/>
              <a:t>Vivado</a:t>
            </a:r>
            <a:r>
              <a:rPr lang="en-US" altLang="zh-CN" dirty="0"/>
              <a:t> 2018.1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516" y="1859574"/>
            <a:ext cx="5690165" cy="4141177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3524250" y="3223199"/>
            <a:ext cx="679155" cy="1813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084948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创建一个新的</a:t>
            </a:r>
            <a:r>
              <a:rPr lang="en-US" altLang="zh-CN" dirty="0" err="1"/>
              <a:t>Vivado</a:t>
            </a:r>
            <a:r>
              <a:rPr lang="zh-CN" altLang="en-US" dirty="0"/>
              <a:t>工程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580" y="1817437"/>
            <a:ext cx="4901394" cy="4135551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6498708" y="5559703"/>
            <a:ext cx="679155" cy="2656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901568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输入项目名称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93" y="1870003"/>
            <a:ext cx="4883592" cy="4120531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4186122" y="2973530"/>
            <a:ext cx="679155" cy="1813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矩形 5"/>
          <p:cNvSpPr/>
          <p:nvPr/>
        </p:nvSpPr>
        <p:spPr>
          <a:xfrm>
            <a:off x="4186122" y="2736755"/>
            <a:ext cx="679155" cy="1813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/>
        </p:nvSpPr>
        <p:spPr>
          <a:xfrm>
            <a:off x="3588710" y="3197223"/>
            <a:ext cx="128921" cy="1813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6038848" y="5639652"/>
            <a:ext cx="679155" cy="1813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720374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选择项目类型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119" y="1864682"/>
            <a:ext cx="4902007" cy="4136069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3863827" y="2720811"/>
            <a:ext cx="679155" cy="1813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矩形 5"/>
          <p:cNvSpPr/>
          <p:nvPr/>
        </p:nvSpPr>
        <p:spPr>
          <a:xfrm>
            <a:off x="6339219" y="5647422"/>
            <a:ext cx="679155" cy="1813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/>
        </p:nvSpPr>
        <p:spPr>
          <a:xfrm>
            <a:off x="4059881" y="3112067"/>
            <a:ext cx="103668" cy="1813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51668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</a:t>
            </a:r>
            <a:r>
              <a:rPr lang="en-US" altLang="zh-CN" dirty="0"/>
              <a:t>Xilinx FPGA </a:t>
            </a:r>
            <a:r>
              <a:rPr lang="zh-CN" altLang="en-US" dirty="0"/>
              <a:t>型号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197" y="1849901"/>
            <a:ext cx="4838166" cy="407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3763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新建项目概要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788719" y="1837109"/>
            <a:ext cx="4782392" cy="4035143"/>
            <a:chOff x="3019625" y="1306477"/>
            <a:chExt cx="6376522" cy="538019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9625" y="1306477"/>
              <a:ext cx="6376522" cy="5380190"/>
            </a:xfrm>
            <a:prstGeom prst="rect">
              <a:avLst/>
            </a:prstGeom>
            <a:noFill/>
            <a:ln w="9525">
              <a:solidFill>
                <a:schemeClr val="accent5"/>
              </a:solidFill>
              <a:miter lim="800000"/>
              <a:headEnd/>
              <a:tailEnd/>
            </a:ln>
            <a:effectLst/>
          </p:spPr>
        </p:pic>
        <p:sp>
          <p:nvSpPr>
            <p:cNvPr id="5" name="矩形 4"/>
            <p:cNvSpPr/>
            <p:nvPr/>
          </p:nvSpPr>
          <p:spPr>
            <a:xfrm>
              <a:off x="7409160" y="6227399"/>
              <a:ext cx="905540" cy="24182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716951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项目管理器</a:t>
            </a:r>
            <a:r>
              <a:rPr lang="en-US" altLang="zh-CN" dirty="0"/>
              <a:t>—</a:t>
            </a:r>
            <a:r>
              <a:rPr lang="zh-CN" altLang="en-US" dirty="0"/>
              <a:t>添加文件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496878" y="1841852"/>
            <a:ext cx="7346044" cy="4039365"/>
            <a:chOff x="1297170" y="1312801"/>
            <a:chExt cx="9794725" cy="538582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7170" y="1312801"/>
              <a:ext cx="9794725" cy="5385820"/>
            </a:xfrm>
            <a:prstGeom prst="rect">
              <a:avLst/>
            </a:prstGeom>
            <a:noFill/>
            <a:ln w="9525">
              <a:solidFill>
                <a:schemeClr val="accent5"/>
              </a:solidFill>
              <a:miter lim="800000"/>
              <a:headEnd/>
              <a:tailEnd/>
            </a:ln>
            <a:effectLst/>
          </p:spPr>
        </p:pic>
        <p:sp>
          <p:nvSpPr>
            <p:cNvPr id="5" name="矩形 4"/>
            <p:cNvSpPr/>
            <p:nvPr/>
          </p:nvSpPr>
          <p:spPr>
            <a:xfrm>
              <a:off x="1297170" y="2197660"/>
              <a:ext cx="905540" cy="24182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230867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添加设计文件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018" y="1790928"/>
            <a:ext cx="6115904" cy="412966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500839" y="2870663"/>
            <a:ext cx="1414063" cy="1813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矩形 5"/>
          <p:cNvSpPr/>
          <p:nvPr/>
        </p:nvSpPr>
        <p:spPr>
          <a:xfrm>
            <a:off x="6707580" y="5472740"/>
            <a:ext cx="694706" cy="2830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044868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添加文件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169" y="1844368"/>
            <a:ext cx="6115904" cy="412966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685806" y="4482739"/>
            <a:ext cx="872837" cy="1813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087798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添加文件</a:t>
            </a:r>
          </a:p>
        </p:txBody>
      </p:sp>
      <p:sp>
        <p:nvSpPr>
          <p:cNvPr id="7" name="矩形 6"/>
          <p:cNvSpPr/>
          <p:nvPr/>
        </p:nvSpPr>
        <p:spPr>
          <a:xfrm>
            <a:off x="1667526" y="5238850"/>
            <a:ext cx="4572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57175" indent="-257175">
              <a:buFont typeface="Arial" pitchFamily="34" charset="0"/>
              <a:buChar char="•"/>
            </a:pPr>
            <a:r>
              <a:rPr lang="zh-CN" altLang="en-US" sz="1500" dirty="0">
                <a:latin typeface="楷体" pitchFamily="49" charset="-122"/>
                <a:ea typeface="楷体" pitchFamily="49" charset="-122"/>
              </a:rPr>
              <a:t>将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</a:rPr>
              <a:t>\source\SCPU\ 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</a:rPr>
              <a:t>和 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</a:rPr>
              <a:t>\source\FPGA_TOP\ 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</a:rPr>
              <a:t>中所有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</a:rPr>
              <a:t>.v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</a:rPr>
              <a:t>文件分别添加到工程中</a:t>
            </a:r>
            <a:endParaRPr lang="en-US" altLang="zh-CN" sz="1500" dirty="0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097" y="1787485"/>
            <a:ext cx="4197052" cy="3272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234" y="1773537"/>
            <a:ext cx="4794767" cy="3286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9029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添加文件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881" y="1838104"/>
            <a:ext cx="5757720" cy="3931388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0661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68402" y="885430"/>
            <a:ext cx="7886700" cy="994172"/>
          </a:xfrm>
        </p:spPr>
        <p:txBody>
          <a:bodyPr/>
          <a:lstStyle/>
          <a:p>
            <a:r>
              <a:rPr lang="zh-CN" altLang="en-US" dirty="0"/>
              <a:t>添加设计文件后的项目管理器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745" y="1624936"/>
            <a:ext cx="2954019" cy="4375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2417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ROM IP</a:t>
            </a:r>
            <a:r>
              <a:rPr lang="zh-CN" altLang="en-US" dirty="0"/>
              <a:t>核生成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989" y="1961494"/>
            <a:ext cx="6834471" cy="3732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1535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2650" y="863907"/>
            <a:ext cx="7886700" cy="994172"/>
          </a:xfrm>
        </p:spPr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ROM IP</a:t>
            </a:r>
            <a:r>
              <a:rPr lang="zh-CN" altLang="en-US" dirty="0"/>
              <a:t>核</a:t>
            </a:r>
            <a:r>
              <a:rPr lang="en-US" altLang="zh-CN" dirty="0"/>
              <a:t> – memory </a:t>
            </a:r>
            <a:r>
              <a:rPr lang="en-US" altLang="zh-CN" dirty="0" err="1"/>
              <a:t>config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02285B3-875A-61FB-AA13-F7B279EA7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8" y="1802972"/>
            <a:ext cx="6839744" cy="505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363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配置</a:t>
            </a:r>
            <a:r>
              <a:rPr lang="en-US" altLang="zh-CN" dirty="0"/>
              <a:t>ROM IP</a:t>
            </a:r>
            <a:r>
              <a:rPr lang="zh-CN" altLang="en-US" dirty="0"/>
              <a:t>核 </a:t>
            </a:r>
            <a:r>
              <a:rPr lang="en-US" altLang="zh-CN" dirty="0"/>
              <a:t>– RST &amp; Initialization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3DFDEA-4B01-F448-0F7F-2DC8364548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1412777"/>
            <a:ext cx="6408712" cy="474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47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COE</a:t>
            </a:r>
            <a:r>
              <a:rPr lang="zh-CN" altLang="en-US" dirty="0"/>
              <a:t>文件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427" y="972189"/>
            <a:ext cx="2467942" cy="4579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32EA5E5-BF9A-5C04-4756-8E2EF04E7BD6}"/>
              </a:ext>
            </a:extLst>
          </p:cNvPr>
          <p:cNvSpPr/>
          <p:nvPr/>
        </p:nvSpPr>
        <p:spPr>
          <a:xfrm>
            <a:off x="2188892" y="2344088"/>
            <a:ext cx="354706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itchFamily="34" charset="0"/>
              <a:buChar char="•"/>
            </a:pPr>
            <a:r>
              <a:rPr lang="en-US" altLang="zh-CN" sz="1500" dirty="0">
                <a:latin typeface="楷体" pitchFamily="49" charset="-122"/>
                <a:ea typeface="楷体" pitchFamily="49" charset="-122"/>
              </a:rPr>
              <a:t>COE(Coefficient)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</a:rPr>
              <a:t>文件是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</a:rPr>
              <a:t>ROM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</a:rPr>
              <a:t>的初始化需要使用来传递参数</a:t>
            </a:r>
            <a:endParaRPr lang="en-US" altLang="zh-CN" sz="1500" dirty="0">
              <a:latin typeface="楷体" pitchFamily="49" charset="-122"/>
              <a:ea typeface="楷体" pitchFamily="49" charset="-122"/>
            </a:endParaRPr>
          </a:p>
          <a:p>
            <a:pPr marL="214313" indent="-214313">
              <a:buFont typeface="Arial" pitchFamily="34" charset="0"/>
              <a:buChar char="•"/>
            </a:pPr>
            <a:r>
              <a:rPr lang="zh-CN" altLang="en-US" sz="1500" dirty="0">
                <a:latin typeface="楷体" pitchFamily="49" charset="-122"/>
                <a:ea typeface="楷体" pitchFamily="49" charset="-122"/>
              </a:rPr>
              <a:t>可通过编辑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</a:rPr>
              <a:t>Mars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</a:rPr>
              <a:t>中</a:t>
            </a:r>
            <a:r>
              <a:rPr lang="en-US" altLang="zh-CN" sz="1500" dirty="0" err="1">
                <a:latin typeface="楷体" pitchFamily="49" charset="-122"/>
                <a:ea typeface="楷体" pitchFamily="49" charset="-122"/>
              </a:rPr>
              <a:t>venus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</a:rPr>
              <a:t>出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</a:rPr>
              <a:t>Hex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</a:rPr>
              <a:t>文件编辑而成</a:t>
            </a:r>
            <a:endParaRPr lang="en-US" altLang="zh-CN" sz="1500" dirty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1500" dirty="0">
                <a:latin typeface="楷体" pitchFamily="49" charset="-122"/>
                <a:ea typeface="楷体" pitchFamily="49" charset="-122"/>
              </a:rPr>
              <a:t>    加上两行</a:t>
            </a:r>
            <a:endParaRPr lang="en-US" altLang="zh-CN" sz="1500" dirty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1500" dirty="0">
                <a:latin typeface="楷体" pitchFamily="49" charset="-122"/>
                <a:ea typeface="楷体" pitchFamily="49" charset="-122"/>
              </a:rPr>
              <a:t>   </a:t>
            </a:r>
            <a:r>
              <a:rPr lang="en-US" altLang="zh-CN" sz="1500" dirty="0" err="1">
                <a:latin typeface="楷体" pitchFamily="49" charset="-122"/>
                <a:ea typeface="楷体" pitchFamily="49" charset="-122"/>
              </a:rPr>
              <a:t>memory_initialization_radix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</a:rPr>
              <a:t>=16;</a:t>
            </a:r>
          </a:p>
          <a:p>
            <a:r>
              <a:rPr lang="en-US" altLang="zh-CN" sz="1500" dirty="0">
                <a:latin typeface="楷体" pitchFamily="49" charset="-122"/>
                <a:ea typeface="楷体" pitchFamily="49" charset="-122"/>
              </a:rPr>
              <a:t>   </a:t>
            </a:r>
            <a:r>
              <a:rPr lang="en-US" altLang="zh-CN" sz="1500" dirty="0" err="1">
                <a:latin typeface="楷体" pitchFamily="49" charset="-122"/>
                <a:ea typeface="楷体" pitchFamily="49" charset="-122"/>
              </a:rPr>
              <a:t>memory_initialization_vector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</a:rPr>
              <a:t>=</a:t>
            </a:r>
          </a:p>
          <a:p>
            <a:r>
              <a:rPr lang="zh-CN" altLang="en-US" sz="1500" dirty="0">
                <a:latin typeface="楷体" pitchFamily="49" charset="-122"/>
                <a:ea typeface="楷体" pitchFamily="49" charset="-122"/>
              </a:rPr>
              <a:t>   其余各行加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</a:rPr>
              <a:t>,</a:t>
            </a:r>
          </a:p>
          <a:p>
            <a:r>
              <a:rPr lang="zh-CN" altLang="en-US" sz="1500" dirty="0">
                <a:latin typeface="楷体" pitchFamily="49" charset="-122"/>
                <a:ea typeface="楷体" pitchFamily="49" charset="-122"/>
              </a:rPr>
              <a:t>   最后一行加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</a:rPr>
              <a:t>;</a:t>
            </a:r>
            <a:endParaRPr lang="zh-CN" altLang="en-US" sz="15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2667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产生</a:t>
            </a:r>
            <a:r>
              <a:rPr lang="en-US" altLang="zh-CN" dirty="0"/>
              <a:t>ROM IP</a:t>
            </a:r>
            <a:r>
              <a:rPr lang="zh-CN" altLang="en-US" dirty="0"/>
              <a:t>核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175497" y="1945550"/>
            <a:ext cx="2979360" cy="3815295"/>
            <a:chOff x="3535329" y="1451065"/>
            <a:chExt cx="3972480" cy="508706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5329" y="1451065"/>
              <a:ext cx="3972480" cy="5087060"/>
            </a:xfrm>
            <a:prstGeom prst="rect">
              <a:avLst/>
            </a:prstGeom>
            <a:noFill/>
            <a:ln w="9525">
              <a:solidFill>
                <a:schemeClr val="accent5"/>
              </a:solidFill>
              <a:miter lim="800000"/>
              <a:headEnd/>
              <a:tailEnd/>
            </a:ln>
            <a:effectLst/>
          </p:spPr>
        </p:pic>
        <p:sp>
          <p:nvSpPr>
            <p:cNvPr id="5" name="矩形 4"/>
            <p:cNvSpPr/>
            <p:nvPr/>
          </p:nvSpPr>
          <p:spPr>
            <a:xfrm>
              <a:off x="5353996" y="5970060"/>
              <a:ext cx="887316" cy="3148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" name="矩形 5"/>
            <p:cNvSpPr/>
            <p:nvPr/>
          </p:nvSpPr>
          <p:spPr>
            <a:xfrm>
              <a:off x="4253023" y="3081548"/>
              <a:ext cx="574158" cy="23690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4156266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产生</a:t>
            </a:r>
            <a:r>
              <a:rPr lang="en-US" altLang="zh-CN" dirty="0"/>
              <a:t>RAM IP</a:t>
            </a:r>
            <a:r>
              <a:rPr lang="zh-CN" altLang="en-US" dirty="0"/>
              <a:t>核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3D66406-2F75-BB38-1311-65B9071C2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605" y="1268761"/>
            <a:ext cx="8720790" cy="4540841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680BA7-2BD9-148C-A76F-4DE265BFF101}"/>
              </a:ext>
            </a:extLst>
          </p:cNvPr>
          <p:cNvSpPr/>
          <p:nvPr/>
        </p:nvSpPr>
        <p:spPr>
          <a:xfrm>
            <a:off x="6960096" y="2348880"/>
            <a:ext cx="1080120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94C7504-A9B9-47F3-EE11-B76D7AB90062}"/>
              </a:ext>
            </a:extLst>
          </p:cNvPr>
          <p:cNvSpPr/>
          <p:nvPr/>
        </p:nvSpPr>
        <p:spPr>
          <a:xfrm>
            <a:off x="5663952" y="3265339"/>
            <a:ext cx="1080120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776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028903E-97FB-0FDB-3535-3EA4F384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832" y="116632"/>
            <a:ext cx="7005464" cy="954360"/>
          </a:xfrm>
        </p:spPr>
        <p:txBody>
          <a:bodyPr/>
          <a:lstStyle/>
          <a:p>
            <a:r>
              <a:rPr lang="zh-CN" altLang="en-US" dirty="0"/>
              <a:t>产生</a:t>
            </a:r>
            <a:r>
              <a:rPr lang="en-US" altLang="zh-CN" dirty="0"/>
              <a:t>RAM IP</a:t>
            </a:r>
            <a:r>
              <a:rPr lang="zh-CN" altLang="en-US" dirty="0"/>
              <a:t>核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2A02DB-B876-CEC2-91A1-B816D6557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4" y="880730"/>
            <a:ext cx="7956376" cy="5894687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A9F5D1E-F1EE-4343-BB84-6FE3F658E8A2}"/>
              </a:ext>
            </a:extLst>
          </p:cNvPr>
          <p:cNvSpPr/>
          <p:nvPr/>
        </p:nvSpPr>
        <p:spPr>
          <a:xfrm>
            <a:off x="4943872" y="4149080"/>
            <a:ext cx="3384376" cy="5760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087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028903E-97FB-0FDB-3535-3EA4F384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832" y="116632"/>
            <a:ext cx="7005464" cy="954360"/>
          </a:xfrm>
        </p:spPr>
        <p:txBody>
          <a:bodyPr/>
          <a:lstStyle/>
          <a:p>
            <a:r>
              <a:rPr lang="zh-CN" altLang="en-US" dirty="0"/>
              <a:t>产生</a:t>
            </a:r>
            <a:r>
              <a:rPr lang="en-US" altLang="zh-CN" dirty="0"/>
              <a:t>RAM IP</a:t>
            </a:r>
            <a:r>
              <a:rPr lang="zh-CN" altLang="en-US" dirty="0"/>
              <a:t>核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9B466F-7428-63DB-5F86-31D4E8182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866634"/>
            <a:ext cx="8028384" cy="5965617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5F85483D-840D-DC37-925D-06AD9040A16A}"/>
              </a:ext>
            </a:extLst>
          </p:cNvPr>
          <p:cNvSpPr/>
          <p:nvPr/>
        </p:nvSpPr>
        <p:spPr>
          <a:xfrm>
            <a:off x="7248128" y="3819858"/>
            <a:ext cx="1080120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51C62E5-C607-BDB4-DD17-CCF30C19DE1D}"/>
              </a:ext>
            </a:extLst>
          </p:cNvPr>
          <p:cNvSpPr/>
          <p:nvPr/>
        </p:nvSpPr>
        <p:spPr>
          <a:xfrm>
            <a:off x="5591944" y="2636912"/>
            <a:ext cx="1224136" cy="10801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257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028903E-97FB-0FDB-3535-3EA4F384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832" y="116632"/>
            <a:ext cx="7005464" cy="954360"/>
          </a:xfrm>
        </p:spPr>
        <p:txBody>
          <a:bodyPr/>
          <a:lstStyle/>
          <a:p>
            <a:r>
              <a:rPr lang="zh-CN" altLang="en-US" dirty="0"/>
              <a:t>产生</a:t>
            </a:r>
            <a:r>
              <a:rPr lang="en-US" altLang="zh-CN" dirty="0"/>
              <a:t>RAM IP</a:t>
            </a:r>
            <a:r>
              <a:rPr lang="zh-CN" altLang="en-US" dirty="0"/>
              <a:t>核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33CCAAC-6EB6-F77E-90E0-A02D6A284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824" y="960914"/>
            <a:ext cx="7740352" cy="5744660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4397ED7E-3ABC-296C-FA6F-DEB590047AE1}"/>
              </a:ext>
            </a:extLst>
          </p:cNvPr>
          <p:cNvSpPr/>
          <p:nvPr/>
        </p:nvSpPr>
        <p:spPr>
          <a:xfrm>
            <a:off x="5375920" y="3320988"/>
            <a:ext cx="2376264" cy="252028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017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028903E-97FB-0FDB-3535-3EA4F384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832" y="116632"/>
            <a:ext cx="7005464" cy="954360"/>
          </a:xfrm>
        </p:spPr>
        <p:txBody>
          <a:bodyPr/>
          <a:lstStyle/>
          <a:p>
            <a:r>
              <a:rPr lang="zh-CN" altLang="en-US" dirty="0"/>
              <a:t>产生</a:t>
            </a:r>
            <a:r>
              <a:rPr lang="en-US" altLang="zh-CN" dirty="0"/>
              <a:t>RAM IP</a:t>
            </a:r>
            <a:r>
              <a:rPr lang="zh-CN" altLang="en-US" dirty="0"/>
              <a:t>核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49B7F7-7957-1F65-EC81-9F6CCBAF4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801" y="980729"/>
            <a:ext cx="4190975" cy="5543441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A8F0FD33-06E6-3AC1-20D6-4B80F346DDEC}"/>
              </a:ext>
            </a:extLst>
          </p:cNvPr>
          <p:cNvSpPr/>
          <p:nvPr/>
        </p:nvSpPr>
        <p:spPr>
          <a:xfrm>
            <a:off x="6240016" y="5982012"/>
            <a:ext cx="936104" cy="32730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537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169</Words>
  <Application>Microsoft Office PowerPoint</Application>
  <PresentationFormat>宽屏</PresentationFormat>
  <Paragraphs>30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等线</vt:lpstr>
      <vt:lpstr>等线 Light</vt:lpstr>
      <vt:lpstr>楷体</vt:lpstr>
      <vt:lpstr>Arial</vt:lpstr>
      <vt:lpstr>Office 主题​​</vt:lpstr>
      <vt:lpstr>打开Vivado 2018.1</vt:lpstr>
      <vt:lpstr>创建一个新的Vivado工程</vt:lpstr>
      <vt:lpstr>输入项目名称</vt:lpstr>
      <vt:lpstr>选择项目类型</vt:lpstr>
      <vt:lpstr>选择Xilinx FPGA 型号</vt:lpstr>
      <vt:lpstr>新建项目概要</vt:lpstr>
      <vt:lpstr>项目管理器—添加文件</vt:lpstr>
      <vt:lpstr>添加设计文件</vt:lpstr>
      <vt:lpstr>添加文件</vt:lpstr>
      <vt:lpstr>添加文件</vt:lpstr>
      <vt:lpstr>添加文件</vt:lpstr>
      <vt:lpstr>添加设计文件后的项目管理器</vt:lpstr>
      <vt:lpstr>ROM IP核生成</vt:lpstr>
      <vt:lpstr>配置ROM IP核 – memory config</vt:lpstr>
      <vt:lpstr>配置ROM IP核 – RST &amp; Initialization</vt:lpstr>
      <vt:lpstr>COE文件</vt:lpstr>
      <vt:lpstr>产生ROM IP核</vt:lpstr>
      <vt:lpstr>产生RAM IP核</vt:lpstr>
      <vt:lpstr>产生RAM IP核</vt:lpstr>
      <vt:lpstr>产生RAM IP核</vt:lpstr>
      <vt:lpstr>产生RAM IP核</vt:lpstr>
      <vt:lpstr>产生RAM IP核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 zhaohui</dc:creator>
  <cp:lastModifiedBy>cai zhaohui</cp:lastModifiedBy>
  <cp:revision>1</cp:revision>
  <dcterms:created xsi:type="dcterms:W3CDTF">2024-07-01T05:23:12Z</dcterms:created>
  <dcterms:modified xsi:type="dcterms:W3CDTF">2024-07-01T05:24:26Z</dcterms:modified>
</cp:coreProperties>
</file>